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KI-Strategie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F5F9"/>
                </a:solidFill>
              </a:defRPr>
            </a:pPr>
            <a:r>
              <a:t>Feierabendbier mit KI-Fokus • DSGVO • MCP • Flowise • Praxisbeispiele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KI-Agent und Werkzeuge sauber trennen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Das MCP-Protokoll trennt das 'Gehirn' (Agent) von den 'Werkzeugen' (Tools) – wie ein Stecker-Standard</a:t>
            </a:r>
          </a:p>
        </p:txBody>
      </p:sp>
      <p:pic>
        <p:nvPicPr>
          <p:cNvPr id="5" name="Picture 4" descr="mcp-protocol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45752" cy="6297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KI-Agent und Werkzeuge sauber trennen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Das MCP-Protokoll trennt das 'Gehirn' (Agent) von den 'Werkzeugen' (Tools) – wie ein Stecker-Standard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200400" cy="34747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🧠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</a:defRPr>
            </a:pPr>
            <a:r>
              <a:t>"Das Gehirn"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Rolle definiert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Aufgaben kennt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Regeln befolgt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Entscheidungen trifft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39" y="3566160"/>
            <a:ext cx="73152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103120"/>
            <a:ext cx="3017520" cy="3474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🔌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</a:defRPr>
            </a:pPr>
            <a:r>
              <a:t>"Der Stecker"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79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Standard-Protokoll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Einheitliche Schnittstelle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Beliebig erweiterbar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Caching (mcp-refcache)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80960" y="3566160"/>
            <a:ext cx="73152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103120"/>
            <a:ext cx="3200400" cy="3474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🧰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834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</a:defRPr>
            </a:pPr>
            <a:r>
              <a:t>"Der Werkzeugkasten"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83279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IFC-MCP (BIM)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BundesMCP (APIs)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Weitere hinzufügbar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Unabhängig nutzbar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11274552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→ Vorteil: Ein Agent kann viele Werkzeugkästen nutzen. Werkzeuge können ausgetauscht werden, ohne den Agent zu ändern.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Konkrete Anwendungen – schon heute möglich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t>🏢 IFC-MCP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KI für Gebäudedaten (BIM/CAFM)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Der Agent kann fragen: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"Wie viele Türen hat das Gebäude?"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"Berechne Flächen nach DIN 277"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"Kostengruppen nach DIN 276?"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Features: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30+ spezialisierte BIM-Tools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DIN 276 Kostengruppen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DIN 277 Flächenberechnung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VDI-konforme Energiesimulation (bim2sim)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CAFM-Integration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🗺️ BundesMCP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Agent-Wrapper für alle deutschen Behörden-APIs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Der Agent kann fragen: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"Gibt es Hochwasserrisiko hier?"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"Wie ist die Luftqualität?"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"Welche Schulen sind in der Nähe?"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</a:defRPr>
            </a:pPr>
            <a:r>
              <a:t>Features: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60+ bundesAPI-Dienste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OpenStreetMap-Integration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Hochwasser, Luftqualität, Demographie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Geocoding &amp; Routing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Automatische Standortbewertung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→ Beide Tools nutzen mcp-refcache für effizientes Caching großer Datenmengen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Flowise AI – KI-Workflows ohne Programmieren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Visual Builder für KI-Anwendungen: Drag &amp; Drop statt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</a:defRPr>
            </a:pPr>
            <a:r>
              <a:t>🎨 Visuell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Drag &amp; Drop Bausteine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Kein Code nötig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Sofort sichtbar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Schnelles Prototyping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5661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🤝 Multi-Agent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Mehrere KI-Agenten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Spezialisierte Rollen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Zusammenarbeit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Komplexe Aufgaben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5661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🔗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APIs anbinden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Datenbanken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Dokumente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Eigene Tools (MCP)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12080"/>
            <a:ext cx="11274552" cy="11887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💡 Vorschlag: Flowise als zentrale Plattform für KI-Workflow-Entwicklung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</a:defRPr>
            </a:pPr>
            <a:r>
              <a:t>Open Source, Self-Hosted möglich, Active Community, TypeScript-basiert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DSGVO-konform mit KI arbeiten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✓ SOFORT UMSETZBAR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Azure OpenAI in der 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Dediziertes Deployment in EU-Region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Daten bleiben in der EU (DSGVO-konform)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KEINE Nutzung für Microsoft-Training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Gleiche Preise wie OpenAI API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99,9% Verfügbarkeit (SLA)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SOC 2 &amp; ISO 27001 zertifiziert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→ STRATEGISCH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Data Flywheel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Kontinuierliches Lernen aus eigenen Daten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Spezialisierung auf Immobilien-Domäne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Eigene Modelle trainieren (Fine-Tuning)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Wettbewerbsvorteil durch Datenqualität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Strategisch wichtig: EU-US Beziehungen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